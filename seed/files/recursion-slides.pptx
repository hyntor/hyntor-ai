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</a:rPr>
              <a:t>Recursion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CSCI 1010 demo slides - written by the Hyntor team for seed data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</a:rPr>
              <a:t>What is recursion?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 function that solves a problem by calling itself on a smaller version of the same problem.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Every recursive function needs a base case that stops the calls.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Each call must move closer to the base case.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</a:rPr>
              <a:t>Example: factorial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factorial(0) = 1  (base case)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factorial(n) = n * factorial(n - 1)  (recursive case)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factorial(3) = 3 * 2 * 1 * 1 = 6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</a:rPr>
              <a:t>How the call stack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Each call waits on the stack until the call it made returns.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Too many nested calls exhaust the stack: a stack overflow.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Missing or unreachable base case = infinite recursion.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</a:rPr>
              <a:t>Recursion or a loop?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Recursion fits problems that are naturally self-similar: trees, nested folders, divide and conquer.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 loop is often simpler and uses less memory for straight repetition.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Practice: write sum_list(items) recursively, then with a loop.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subject>PptxGenJS Presentation</dc:subject>
  <dc:creator>Hyntor team</dc:creator>
  <cp:lastModifiedBy>Hyntor team</cp:lastModifiedBy>
  <cp:revision>1</cp:revision>
  <dcterms:created xsi:type="dcterms:W3CDTF">2026-10-19T20:40:17Z</dcterms:created>
  <dcterms:modified xsi:type="dcterms:W3CDTF">2026-10-19T20:40:17Z</dcterms:modified>
</cp:coreProperties>
</file>